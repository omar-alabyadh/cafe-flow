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CafeFlow Premium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005840"/>
            <a:ext cx="10515600" cy="429768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45454E"/>
            </a:solidFill>
            <a:prstDash val="solid"/>
          </a:ln>
          <a:effectLst>
            <a:outerShdw sx="100000" sy="100000" kx="0" ky="0" algn="bl" rotWithShape="0" blurRad="50800" dist="508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82880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☕ CafeFlow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188720" y="269748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عرض مشروع التخرج - النسخة Premium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37033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B0B0B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إعداد الطالب: عمر حسن الأبيض | تحت إشراف: أبوبكر شتوان | جامعة السلام الدولية 2025 - 2026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CafeFlow Premium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11064240" cy="594360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4545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7772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🗺️ Agenda - مخطط العرض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88720" y="1828800"/>
            <a:ext cx="9784080" cy="0"/>
          </a:xfrm>
          <a:prstGeom prst="line">
            <a:avLst/>
          </a:prstGeom>
          <a:noFill/>
          <a:ln w="12700">
            <a:solidFill>
              <a:srgbClr val="45454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06424" y="17465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المشكلة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06624" y="1746504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الأهداف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17465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المنهجية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07024" y="1746504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التطوير التكراري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07224" y="17465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التقنيات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07424" y="1746504"/>
            <a:ext cx="164592" cy="16459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النتائج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3949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0B0B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المدة: 10 دقائق - عرض سريع ومركز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CafeFlow Premium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"/>
            <a:ext cx="11155680" cy="60350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45454E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685800"/>
            <a:ext cx="10607040" cy="685800"/>
          </a:xfrm>
          <a:prstGeom prst="roundRect">
            <a:avLst/>
          </a:prstGeom>
          <a:solidFill>
            <a:srgbClr val="1E1E22"/>
          </a:solidFill>
          <a:ln w="12700">
            <a:solidFill>
              <a:srgbClr val="1E1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961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🚀  1) مقدمة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CafeFlow نظام SaaS سحابي لإدارة وتشغيل المقاهي بشكل احترافي.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يجمع إدارة الفروع، الطاقم، المنتجات، المخزون، الطلبات، والتقارير في منصة واحدة.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تم تصميمه ليتوافق مع احتياجات السوق الليبي وقابلية التوسع.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CafeFlow Premium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"/>
            <a:ext cx="11155680" cy="60350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45454E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685800"/>
            <a:ext cx="10607040" cy="685800"/>
          </a:xfrm>
          <a:prstGeom prst="roundRect">
            <a:avLst/>
          </a:prstGeom>
          <a:solidFill>
            <a:srgbClr val="1E1E22"/>
          </a:solidFill>
          <a:ln w="12700">
            <a:solidFill>
              <a:srgbClr val="1E1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961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🔍  2) مشكلة البحث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لا يوجد في ليبيا نظام SaaS اشتراكي متكامل للمقاهي متعددة الفروع.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الحلول المتاحة غالبا محلية أو غير مصممة لعزل بيانات كل عميل بشكل آمن.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غياب نموذج Multi-Tenant (Tenant Isolation) يسبب مخاطر على الخصوصية والأمان.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المطلوب منصة موحدة تدعم النمو وتوفر أداء واستقرارا عاليين.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CafeFlow Premium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"/>
            <a:ext cx="11155680" cy="60350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45454E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685800"/>
            <a:ext cx="10607040" cy="685800"/>
          </a:xfrm>
          <a:prstGeom prst="roundRect">
            <a:avLst/>
          </a:prstGeom>
          <a:solidFill>
            <a:srgbClr val="1E1E22"/>
          </a:solidFill>
          <a:ln w="12700">
            <a:solidFill>
              <a:srgbClr val="1E1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961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🎯  3) أهداف المشروع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بناء منصة SaaS اشتراكية حديثة للمقاهي في ليبيا.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تطبيق Multi-Tenant لعزل بيانات كل كوفي شوب عن غيره.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دعم إدارة عدد كبير من الفروع ضمن نفس النشاط التجاري.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تحقيق أداء قوي واستقرار تشغيلي مع قابلية التوسع.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CafeFlow Premium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"/>
            <a:ext cx="11155680" cy="60350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45454E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685800"/>
            <a:ext cx="10607040" cy="685800"/>
          </a:xfrm>
          <a:prstGeom prst="roundRect">
            <a:avLst/>
          </a:prstGeom>
          <a:solidFill>
            <a:srgbClr val="1E1E22"/>
          </a:solidFill>
          <a:ln w="12700">
            <a:solidFill>
              <a:srgbClr val="1E1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961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🧭  4) المنهجية (Methodology)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دراسة التقنيات المناسبة: Frameworks وقاعدة البيانات والأمان وأنماط SaaS.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دراسة السوق المحلي واحتياج المقاهي في ليبيا إلى نظام اشتراكات متعدد الفروع.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تصميم نظام يحل المشكلة الأساسية: غياب نظام SaaS محلي بهذه المواصفات.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تنفيذ واختبار النظام مع ضمان الأداء والاستقرار.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CafeFlow Premium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"/>
            <a:ext cx="11155680" cy="60350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45454E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685800"/>
            <a:ext cx="10607040" cy="685800"/>
          </a:xfrm>
          <a:prstGeom prst="roundRect">
            <a:avLst/>
          </a:prstGeom>
          <a:solidFill>
            <a:srgbClr val="1E1E22"/>
          </a:solidFill>
          <a:ln w="12700">
            <a:solidFill>
              <a:srgbClr val="1E1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961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🔁  5) منهجية التطوير (Iterative Model)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تطوير النظام على مراحل متتالية.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اختبار كل مرحلة بشكل مستقل قبل الانتقال للمرحلة التالية.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تحسين الأداء تدريجيا بعد كل دورة تطوير.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تقليل الأخطاء والمخاطر عبر التسليم المرحلي.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CafeFlow Premium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"/>
            <a:ext cx="11155680" cy="60350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45454E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685800"/>
            <a:ext cx="10607040" cy="685800"/>
          </a:xfrm>
          <a:prstGeom prst="roundRect">
            <a:avLst/>
          </a:prstGeom>
          <a:solidFill>
            <a:srgbClr val="1E1E22"/>
          </a:solidFill>
          <a:ln w="12700">
            <a:solidFill>
              <a:srgbClr val="1E1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961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⚙️  6) التقنيات والأدوات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Next.js + React + TypeScript لبناء تطبيق Full-Stack حديث.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Prisma ORM + PostgreSQL لإدارة البيانات والعلاقات.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Tailwind CSS + VSCode + ESLint + Prisma CLI.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اختيار الأدوات ركز على السرعة والجودة وقابلية الصيانة.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CafeFlow Premium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"/>
            <a:ext cx="11155680" cy="60350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45454E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685800"/>
            <a:ext cx="10607040" cy="685800"/>
          </a:xfrm>
          <a:prstGeom prst="roundRect">
            <a:avLst/>
          </a:prstGeom>
          <a:solidFill>
            <a:srgbClr val="1E1E22"/>
          </a:solidFill>
          <a:ln w="12700">
            <a:solidFill>
              <a:srgbClr val="1E1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961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🌟  7) النتائج المتوقعة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نموذج SaaS عملي يخدم سوق المقاهي الليبي.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إدارة موحدة للفروع والموظفين والطلبات والمخزون.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تحسين الكفاءة وتقليل الهدر والأخطاء التشغيلية.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جاهزية للتوسع التجاري وربط خدمات إضافية مستقبلا.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46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CafeFlow Premium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89920" y="6446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57200"/>
            <a:ext cx="11155680" cy="6035040"/>
          </a:xfrm>
          <a:prstGeom prst="roundRect">
            <a:avLst/>
          </a:prstGeom>
          <a:solidFill>
            <a:srgbClr val="141417"/>
          </a:solidFill>
          <a:ln w="12700">
            <a:solidFill>
              <a:srgbClr val="45454E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685800"/>
            <a:ext cx="10607040" cy="685800"/>
          </a:xfrm>
          <a:prstGeom prst="roundRect">
            <a:avLst/>
          </a:prstGeom>
          <a:solidFill>
            <a:srgbClr val="1E1E22"/>
          </a:solidFill>
          <a:ln w="12700">
            <a:solidFill>
              <a:srgbClr val="1E1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961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0B981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🙏  8) خاتمة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CafeFlow أساس منصة SaaS قابلة للتوسع.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المشروع يعالج مشكلة حقيقية بمنهجية هندسية واضحة.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تم التصميم والتنفيذ والاختبار على مراحل لضمان الجودة.</a:t>
            </a:r>
            <a:endParaRPr lang="en-US" sz="2000" dirty="0"/>
          </a:p>
          <a:p>
            <a:pPr rtl="1" algn="r" indent="0" marL="0">
              <a:buNone/>
            </a:pPr>
            <a:r>
              <a:rPr lang="en-US" sz="2000" dirty="0">
                <a:solidFill>
                  <a:srgbClr val="F4F4F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• شكرا لكم - أسئلة واستفسارات.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Al-Salam International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CafeFlow Premium Dark</dc:title>
  <dc:subject>CafeFlow Premium Dark</dc:subject>
  <dc:creator>Omar Hassan Al-Abyad</dc:creator>
  <cp:lastModifiedBy>Omar Hassan Al-Abyad</cp:lastModifiedBy>
  <cp:revision>1</cp:revision>
  <dcterms:created xsi:type="dcterms:W3CDTF">2026-04-24T20:13:42Z</dcterms:created>
  <dcterms:modified xsi:type="dcterms:W3CDTF">2026-04-24T20:13:42Z</dcterms:modified>
</cp:coreProperties>
</file>