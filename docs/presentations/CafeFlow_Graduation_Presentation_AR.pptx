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نظام إدارة وتشغيل المقاهي متعدد الفروع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إعداد الطالب: عمر حسن الأبيض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تحت إشراف: أبوبكر شتوان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جامعة السلام الدولية | 2025 - 2026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العرض (10 دقائق)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خلفية المشكلة وأهداف المشروع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الفكرة العامة والحل المقترح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المعمارية والتقنيات المستخدمة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الوحدات الأساسية داخل النظام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الأمان والعزل بين المنشآت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نموذج العمل والباقات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سيناريو تشغيل فعلي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النتائج، القيود، وخطة التطوير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التي يعالجها المشروع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تشتت إدارة المقهى بين أنظمة منفصلة (طلبات، مخزون، تقارير).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ضعف الربط بين المبيعات واستهلاك المواد الخام يسبب فاقدا وصعوبة متابعة الربحية.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غياب صلاحيات دقيقة حسب دور كل موظف.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الحاجة إلى إدارة متعددة الفروع مع حماية قوية للبيانات.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 المقترح: CafeFlow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منصة SaaS موحدة لإدارة التشغيل اليومي للمقهى.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ربط متكامل بين المنتجات والوصفات والمخزون والطلبات.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نظام أدوار وصلاحيات مرن حسب الدور ونطاق الفرع.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بنية Multi-Tenant لدعم عدة منشآت داخل منصة واحدة بأمان.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المعمارية والتقنيات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التطبيق: Next.js + React + TypeScript.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قاعدة البيانات: PostgreSQL عبر Prisma ORM.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المصادقة وإدارة الجلسات: NextAuth.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واجهة المستخدم: Tailwind CSS مع مكونات تفاعلية.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التدويل: دعم العربية والإنجليزية.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الوحدات الأساسية في النظام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المنتجات، التصنيفات، والإضافات.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الوصفات، المواد الخام، وحدات القياس، والموردون.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المخزون، حركات المخزون، واستهلاك المنتجات.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نقطة البيع (POS) وإدارة الطلبات.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إدارة الفروع، الطاقم، والتقارير.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الأدوار والصلاحيات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أدوار متعددة: مالك، مدير، محاسب، كاشير، باريستا، مخزن، مشتريات.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مصفوفة صلاحيات واضحة لكل دور (Role Permission Matrix).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نطاق وصول مرن: كل الفروع أو فرع محدد أو نطاق محدود.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التحقق الأمني يتم على مستوى الخادم وليس الواجهة فقط.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أمان المنصة وعزل البيانات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كل عملية قراءة/تعديل مرتبطة بسياق منشأة موثوق (businessId).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عدم الثقة في businessId القادم من العميل بدون تحقق عضوية.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فصل كامل بين مسارات مشغل المنصة ومسارات مستخدمي المنشآت.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الحماية عبر route guards و server actions وليس إخفاء الواجهة فقط.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العمل: الباقات والاشتراكات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باقات: Basic و Pro و Business.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حدود مختلفة لعدد الفروع والموظفين حسب الباقة.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حالات اشتراك واضحة: Trialing و Active و Pending Payment و Expired.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مرونة نمو من مقهى صغير إلى سلسلة فروع.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سيناريو تشغيل مختصر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1) إنشاء منشأة وفرع وربط الطاقم بالأدوار.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2) تعريف المنتجات والوصفات والمواد الخام.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3) تسجيل طلب عبر POS أو شاشة الطلبات.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4) عند إكمال الطلب يتم تحديث الاستهلاك والمخزون تلقائيا.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5) متابعة الأداء عبر التقارير التشغيلية.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النتائج الحالية والقيمة المضافة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توحيد دورة العمل التشغيلية في نظام واحد.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تحسين وضوح الصلاحيات والمسؤوليات داخل الفريق.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رفع دقة تتبع المواد الخام وتقليل الفاقد.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أساس قوي للتوسع مع أمان متعدد المستأجرين.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القيود الحالية وخطة التطوير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الطلبات والمخزون حاليا متمركزة غالبا على مستوى المنشأة.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المرحلة القادمة: دعم أدق للتتبع على مستوى كل فرع.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إضافة مؤشرات KPI وتحليلات أعمق للقرار الإداري.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توسيع الأتمتة والتنبيهات وربط خيارات دفع إضافية.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128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الخاتمة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CafeFlow يوفر أساسا متينا لإدارة المقاهي بشكل حديث وآمن.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المشروع يجمع التشغيل اليومي والتحكم الإداري في منصة واحدة.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شكرا لحسن الاستماع.</a:t>
            </a:r>
            <a:endParaRPr lang="en-US" sz="20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الأسئلة والملاحظات مرحب بها.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Al-Salam International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CafeFlow Graduation Presentation (Arabic)</dc:title>
  <dc:subject>CafeFlow Graduation Project</dc:subject>
  <dc:creator>Omar Hassan Al-Abyad</dc:creator>
  <cp:lastModifiedBy>Omar Hassan Al-Abyad</cp:lastModifiedBy>
  <cp:revision>1</cp:revision>
  <dcterms:created xsi:type="dcterms:W3CDTF">2026-04-24T19:45:59Z</dcterms:created>
  <dcterms:modified xsi:type="dcterms:W3CDTF">2026-04-24T19:45:59Z</dcterms:modified>
</cp:coreProperties>
</file>